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Helvetica Neue" panose="02000503000000020004" pitchFamily="2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1VKKK1UikHkLp6LeOEHuBuA3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info@innovationbasel.ch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ctrTitle" idx="4294967295"/>
          </p:nvPr>
        </p:nvSpPr>
        <p:spPr>
          <a:xfrm>
            <a:off x="1524000" y="2005264"/>
            <a:ext cx="9144000" cy="213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VORSTELLUNG</a:t>
            </a:r>
            <a:br>
              <a:rPr lang="en-US" sz="4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6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n-US" sz="60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PROJEKTNAME</a:t>
            </a:r>
            <a:r>
              <a:rPr lang="en-US" sz="6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]</a:t>
            </a: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>
            <a:spLocks noGrp="1"/>
          </p:cNvSpPr>
          <p:nvPr>
            <p:ph type="subTitle" idx="4294967295"/>
          </p:nvPr>
        </p:nvSpPr>
        <p:spPr>
          <a:xfrm>
            <a:off x="1524000" y="1058778"/>
            <a:ext cx="9144000" cy="41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INNOVATION BASEL – Das Netzwerk für deinen nächsten Schritt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883919" y="6429693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Version 202</a:t>
            </a:r>
            <a:r>
              <a:rPr lang="en-US" sz="8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US" sz="800" b="0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8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  <a:r>
              <a:rPr lang="en-US" sz="800" b="0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8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883918" y="4959766"/>
            <a:ext cx="5699764" cy="628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Name: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Vor- und Nachname(n)]</a:t>
            </a:r>
            <a:endParaRPr sz="2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Datum: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Datum der Präsentation]</a:t>
            </a: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8328073" y="4959766"/>
            <a:ext cx="29799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Zeitbedarf: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5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D5C8"/>
              </a:buClr>
              <a:buSzPts val="4400"/>
              <a:buFont typeface="Open Sans"/>
              <a:buNone/>
            </a:pPr>
            <a:r>
              <a:rPr lang="en-US" b="1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Informationen für Initiant:innen</a:t>
            </a:r>
            <a:endParaRPr/>
          </a:p>
        </p:txBody>
      </p:sp>
      <p:sp>
        <p:nvSpPr>
          <p:cNvPr id="61" name="Google Shape;61;p2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2</a:t>
            </a:fld>
            <a:endParaRPr/>
          </a:p>
        </p:txBody>
      </p:sp>
      <p:pic>
        <p:nvPicPr>
          <p:cNvPr id="62" name="Google Shape;62;p2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883920" y="1500553"/>
            <a:ext cx="10424100" cy="5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Diese PowerPoint Datei ist die </a:t>
            </a:r>
            <a:r>
              <a:rPr lang="en-US" sz="16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Vorlage für deine Projektpräsentation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zur Bewerbung 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für’s Begleitprogramm von 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INNOVATION BASEL.</a:t>
            </a:r>
            <a:endParaRPr sz="1600" b="0" i="0" u="none" strike="noStrike" cap="none">
              <a:solidFill>
                <a:srgbClr val="33D5C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Open Sans"/>
              <a:buChar char="•"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Du kannst diese Präsentation bis zum 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kommunizierten Termin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per E-mail 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einreichen: </a:t>
            </a:r>
            <a:r>
              <a:rPr lang="en-US" sz="1600" b="0" i="0" u="sng" strike="noStrike" cap="non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info@innovationbasel.ch</a:t>
            </a:r>
            <a:endParaRPr sz="1600" b="0" i="0" u="none" strike="noStrike" cap="none">
              <a:solidFill>
                <a:srgbClr val="33D5C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Solltest du 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dich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für die </a:t>
            </a:r>
            <a:r>
              <a:rPr lang="en-US" sz="16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Vorstellung am Pitchabend 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qualifizieren, unterstützen dich diese Folien für die Präsentation.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Die verfügbare Zeit für 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deine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Präsentation beträgt </a:t>
            </a:r>
            <a:r>
              <a:rPr lang="en-US" sz="1600" b="1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 sz="16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Minuten 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und muss unbedingt eingehalten werden.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Im Anschluss an 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deine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Präsentation gibt es eine </a:t>
            </a:r>
            <a:r>
              <a:rPr lang="en-US" sz="16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Frage &amp; Antwort-Session 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von </a:t>
            </a:r>
            <a:r>
              <a:rPr lang="en-US" sz="1600" b="1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16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Minuten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Folge bei der Projektpräsentation dieser Vorlage.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Du kannst </a:t>
            </a:r>
            <a:r>
              <a:rPr lang="en-US" sz="10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die Folientitel ändern</a:t>
            </a: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, aber der Sinn der Folie muss erhalten bleiben. Beispiel: “[Problem / Missstand / Bedürfnis]” kann ersetzt werden durch “Das Rheinufer in Basel ist seit Jahren verschmutzt”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000"/>
              <a:buFont typeface="Arial"/>
              <a:buChar char="•"/>
            </a:pPr>
            <a:r>
              <a:rPr lang="en-US" sz="10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Ersetze</a:t>
            </a: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ganz sicher alle Texte die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lang="en-US" sz="10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gelb hinterlegt</a:t>
            </a:r>
            <a:r>
              <a:rPr lang="en-US" sz="1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]</a:t>
            </a: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sind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Jede Folie enthält </a:t>
            </a: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Hilfestellungen in grau</a:t>
            </a: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, die du löschen und mit deinem eigenen Inhalt füllen kannst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Du kannst Bilder, Illustrationen und auch Videos verwenden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Denk dran: Zu viel Text ist nie gut. Versuche, den Folieninhalt aufs Wesentliche zu reduzieren und erzähl uns frei, um was es geht!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Dies ist eine Informations-Folie und du kannst sie für die Präsentation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löschen.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Open Sans"/>
              <a:buNone/>
            </a:pPr>
            <a:r>
              <a:rPr lang="en-US" sz="1600" b="1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Wir wünschen dir viel Erfolg.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D5C8"/>
              </a:buClr>
              <a:buSzPts val="1600"/>
              <a:buFont typeface="Open Sans"/>
              <a:buNone/>
            </a:pP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ein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 INNOVATION BASEL-</a:t>
            </a:r>
            <a:r>
              <a:rPr lang="en-US" sz="1600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1600" b="0" i="0" u="none" strike="noStrike" cap="none">
                <a:solidFill>
                  <a:srgbClr val="33D5C8"/>
                </a:solidFill>
                <a:latin typeface="Open Sans"/>
                <a:ea typeface="Open Sans"/>
                <a:cs typeface="Open Sans"/>
                <a:sym typeface="Open Sans"/>
              </a:rPr>
              <a:t>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2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33D5C8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[Kurzbeschreibung / Aufhänger]</a:t>
            </a:r>
            <a:endParaRPr/>
          </a:p>
        </p:txBody>
      </p:sp>
      <p:sp>
        <p:nvSpPr>
          <p:cNvPr id="70" name="Google Shape;70;p3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3</a:t>
            </a:fld>
            <a:endParaRPr/>
          </a:p>
        </p:txBody>
      </p:sp>
      <p:pic>
        <p:nvPicPr>
          <p:cNvPr id="71" name="Google Shape;71;p3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883920" y="1500553"/>
            <a:ext cx="10424161" cy="650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Open Sans"/>
              <a:buNone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Beschreibe hier dein Projekt in maximal 2 Sätzen. Du kannst zusätzlich Bilder oder Illustrationen verwenden. Sei kurz und prägnant. Fessle dein Publikum von Anfang an.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[Problem / Missstand / Bedürfnis]</a:t>
            </a:r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4</a:t>
            </a:fld>
            <a:endParaRPr/>
          </a:p>
        </p:txBody>
      </p:sp>
      <p:pic>
        <p:nvPicPr>
          <p:cNvPr id="80" name="Google Shape;80;p4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883920" y="1500552"/>
            <a:ext cx="10424161" cy="92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Warum gibt es das Projekt?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Welches Problem/welchen Missstand willst du lösen, bzw. welches Bedürfnis befriedigen?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Was möchtest du mit dem Projekt ändern?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4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[Lösung = Dein Projekt]</a:t>
            </a:r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5</a:t>
            </a:fld>
            <a:endParaRPr/>
          </a:p>
        </p:txBody>
      </p:sp>
      <p:pic>
        <p:nvPicPr>
          <p:cNvPr id="89" name="Google Shape;89;p5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/>
          <p:nvPr/>
        </p:nvSpPr>
        <p:spPr>
          <a:xfrm>
            <a:off x="883920" y="1500552"/>
            <a:ext cx="10424161" cy="120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Wie löst das Projekt das beschriebene Problem, den Missstand oder befriedigt es das Bedürfnis?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Warum ist diese Lösung die beste?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Was ist der Nutzen dieser Lösung?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Für wen ist das Projekt? Wer ist involviert? Wer profitiert davon?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5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[Projektstand]</a:t>
            </a:r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6</a:t>
            </a:fld>
            <a:endParaRPr/>
          </a:p>
        </p:txBody>
      </p:sp>
      <p:pic>
        <p:nvPicPr>
          <p:cNvPr id="98" name="Google Shape;98;p6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 txBox="1"/>
          <p:nvPr/>
        </p:nvSpPr>
        <p:spPr>
          <a:xfrm>
            <a:off x="883920" y="1500552"/>
            <a:ext cx="10424161" cy="148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Wo stehst du bzw. steht ihr in der Umsetzung des Projektes?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Gibt es Hinweise, dass die vorgeschlagene Lösung funktioniert?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Open Sans"/>
              <a:buNone/>
            </a:pPr>
            <a:endParaRPr sz="1800" b="0" i="1" u="none" strike="noStrike" cap="non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Open Sans"/>
              <a:buNone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Beachte, dass kein Mindestprojektstand gefordert wird. Es ist also ok, wenn dein Projekt bis jetzt “nur” eine Idee ist.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[Jokerfolie]</a:t>
            </a:r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7</a:t>
            </a:fld>
            <a:endParaRPr/>
          </a:p>
        </p:txBody>
      </p:sp>
      <p:pic>
        <p:nvPicPr>
          <p:cNvPr id="107" name="Google Shape;107;p7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 txBox="1"/>
          <p:nvPr/>
        </p:nvSpPr>
        <p:spPr>
          <a:xfrm>
            <a:off x="883920" y="1500552"/>
            <a:ext cx="10424161" cy="92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Open Sans"/>
              <a:buNone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Frei zur Verfügung. Was möchtest du ergänzen? Was sollten die Zuhörer erfahren? Versuche deiner Präsentation deinen Stempel aufzudrücken. Du kannst diese Folie an einer beliebigen Stelle einfügen.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7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[Das Team hinter dem Projekt]</a:t>
            </a: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8</a:t>
            </a:fld>
            <a:endParaRPr/>
          </a:p>
        </p:txBody>
      </p:sp>
      <p:pic>
        <p:nvPicPr>
          <p:cNvPr id="116" name="Google Shape;116;p8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 txBox="1"/>
          <p:nvPr/>
        </p:nvSpPr>
        <p:spPr>
          <a:xfrm>
            <a:off x="883920" y="1500552"/>
            <a:ext cx="10424161" cy="120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Wer bist du, oder seid ihr?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Welche Erfahrungen bringt ihr mit, die den Erfolg des Projektes möglich machen?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Was ist eure persönliche Motivation?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In welchem Verhältnis stehst du zum Problem, zum Missstand oder zum Bedürfnis?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8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6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[Unser nächster Schritt]</a:t>
            </a:r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ldNum" idx="4294967295"/>
          </p:nvPr>
        </p:nvSpPr>
        <p:spPr>
          <a:xfrm>
            <a:off x="11193153" y="6429691"/>
            <a:ext cx="160645" cy="21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Open Sans"/>
              <a:buNone/>
            </a:pPr>
            <a:fld id="{00000000-1234-1234-1234-123412341234}" type="slidenum">
              <a:rPr lang="en-US" sz="800">
                <a:latin typeface="Open Sans"/>
                <a:ea typeface="Open Sans"/>
                <a:cs typeface="Open Sans"/>
                <a:sym typeface="Open Sans"/>
              </a:rPr>
              <a:t>9</a:t>
            </a:fld>
            <a:endParaRPr/>
          </a:p>
        </p:txBody>
      </p:sp>
      <p:pic>
        <p:nvPicPr>
          <p:cNvPr id="125" name="Google Shape;125;p9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9152" y="6430295"/>
            <a:ext cx="933695" cy="22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 txBox="1"/>
          <p:nvPr/>
        </p:nvSpPr>
        <p:spPr>
          <a:xfrm>
            <a:off x="883920" y="1500552"/>
            <a:ext cx="10424161" cy="120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Was braucht das Projekt?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Wie sieht der nächste Schritt aus?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Was erhoffst du dir von INNOVATION BASEL?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Warum sollte das Projekt gefördert werden?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9"/>
          <p:cNvCxnSpPr/>
          <p:nvPr/>
        </p:nvCxnSpPr>
        <p:spPr>
          <a:xfrm>
            <a:off x="945661" y="1219200"/>
            <a:ext cx="104081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Macintosh PowerPoint</Application>
  <PresentationFormat>Breitbild</PresentationFormat>
  <Paragraphs>59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Calibri</vt:lpstr>
      <vt:lpstr>Helvetica Neue</vt:lpstr>
      <vt:lpstr>Open Sans</vt:lpstr>
      <vt:lpstr>Arial</vt:lpstr>
      <vt:lpstr>Office Theme</vt:lpstr>
      <vt:lpstr>VORSTELLUNG [PROJEKTNAME]</vt:lpstr>
      <vt:lpstr>Informationen für Initiant:innen</vt:lpstr>
      <vt:lpstr>[Kurzbeschreibung / Aufhänger]</vt:lpstr>
      <vt:lpstr>[Problem / Missstand / Bedürfnis]</vt:lpstr>
      <vt:lpstr>[Lösung = Dein Projekt]</vt:lpstr>
      <vt:lpstr>[Projektstand]</vt:lpstr>
      <vt:lpstr>[Jokerfolie]</vt:lpstr>
      <vt:lpstr>[Das Team hinter dem Projekt]</vt:lpstr>
      <vt:lpstr>[Unser nächster Schritt]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Björn Thoma</dc:creator>
  <cp:lastModifiedBy>Marilen Schwald</cp:lastModifiedBy>
  <cp:revision>1</cp:revision>
  <dcterms:modified xsi:type="dcterms:W3CDTF">2026-04-09T17:14:37Z</dcterms:modified>
</cp:coreProperties>
</file>